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6CFCE6-D343-49DC-B7E1-B527A861D7E0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4A4A10-9C7D-46DF-868B-85FE10D48C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649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3E8BB-A781-3CB5-473C-5367E2FD29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1AFC7E-26FF-B478-FC1C-70A4C1C46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3264D-957B-662E-20D6-8542F0AEE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1637C-B8E7-4393-9016-5CBA363138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F0831-30B8-69A6-927C-50CD19CFB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F24C9-3B28-1C3C-5E07-F152EB9A0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CD3D-07EE-4BDC-A310-CA0F9373A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128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F9E11-386A-F976-7AD3-3847279FF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A67C9-7F80-BC33-4CD3-2A50D8642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87697-C0C2-80A1-1FCC-D05EBBA87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1637C-B8E7-4393-9016-5CBA363138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C613F-F4F6-5515-0962-B3DB4314B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A98C5-A081-338A-F8C2-BA560C5F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CD3D-07EE-4BDC-A310-CA0F9373A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84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F77AB-8FF8-C387-EE5C-306B891D6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27463-57EC-ACEB-59C2-F467928B6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49DE5-DED7-64F5-0F7C-01B903CE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1637C-B8E7-4393-9016-5CBA363138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28491-EE61-79F1-DCA8-79CF8FFD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5E29E-D959-2B0E-0955-FF28BC07B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CD3D-07EE-4BDC-A310-CA0F9373A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395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EF730-9F66-9884-8185-0EC2A71E1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41035-2C2F-18EC-E061-C1BB7CCC1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A8AD3-C76B-07E1-937F-3076BE6C9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B3E6B-A740-D480-3629-E5F7F966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1637C-B8E7-4393-9016-5CBA363138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3EF70-2042-F047-5036-5A2E1911F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16CE4-9F95-AD38-FFA6-EEA3A1D06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CD3D-07EE-4BDC-A310-CA0F9373A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30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36F6-F9E7-DE59-5E26-0B7CFA00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2C910-D142-CB7E-887A-92F89C535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C1ED8-467F-EC5E-11D3-C734A5700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CEBECD-C111-42F2-9C08-7335717C8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E9377-B3F0-39FA-DBE8-F571C3091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F160CB-5870-CD14-0B52-0052A162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1637C-B8E7-4393-9016-5CBA363138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365ED9-BCB0-20DE-A800-B73F6C1D2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08A38-E90E-FE91-14BC-487F0AE9A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CD3D-07EE-4BDC-A310-CA0F9373A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962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45D68-116F-5213-015A-CB8A5AB1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B99CA-D853-ADB7-C91B-50830086B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1637C-B8E7-4393-9016-5CBA363138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0EB2C-5067-86CF-B303-880827B12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09E9D-7D26-DBB6-05FF-49AC3D6D3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CD3D-07EE-4BDC-A310-CA0F9373A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621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2BA2BA-156D-1BDB-A876-5F14BB27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1637C-B8E7-4393-9016-5CBA363138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099F87-76D9-D5B8-5CAB-A489A8461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C3B75-CBFC-1E10-9F3B-9A394546C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CD3D-07EE-4BDC-A310-CA0F9373A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80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FD454-F8B5-CC30-29B1-7DB773514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CF274-2046-1677-EA1A-51B6576F4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58DA5B-15B4-2081-C9F3-7516DAB92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5471B-D05B-B6B5-5680-4EC80F071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1637C-B8E7-4393-9016-5CBA363138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90195-0F99-8F31-AE86-F0E9B6C85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CF176-E66F-205B-9642-3E6ACE88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CD3D-07EE-4BDC-A310-CA0F9373A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37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318E-3EDC-E7A7-E5BB-8A7E2469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9EFA79-26F6-D722-1E30-6E837344B7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D1414-FFD1-0848-C514-3FDD57C11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1CA70-EDB8-5389-E0EC-858E6E73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1637C-B8E7-4393-9016-5CBA363138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B610E-FBD0-AF9E-4D8D-D2B2FD0DE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892F-DF01-5FDB-BC9A-332012947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CD3D-07EE-4BDC-A310-CA0F9373A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07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B0C63-EBDB-11AC-A387-C17A63EE2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1523DC-8E09-7E4C-137E-71849F31D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FC53F-9E97-4690-8410-7711BDEC1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1637C-B8E7-4393-9016-5CBA363138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82538-DD5B-AE9E-B501-F709C2ABC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4F8CB-B602-A7AA-66B9-551D91505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CD3D-07EE-4BDC-A310-CA0F9373A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111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D3E5EE-0300-17AC-5B64-B33C1A6882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40B2B7-D499-4C42-29EF-015BBBFFD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6EC0D-2E3C-47EC-E203-11CA09C25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1637C-B8E7-4393-9016-5CBA363138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D3B73-6A5E-46A5-79C3-BA08AE107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D8E26-DBF9-8900-15B2-D58A94E6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BCD3D-07EE-4BDC-A310-CA0F9373A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58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EF2792-C2E5-DBEA-3778-AB034572C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5DA0D-A8C7-083D-73D3-857E4CF53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AE87F-7A2B-77DF-D033-78248BB61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1637C-B8E7-4393-9016-5CBA36313819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DADE0-3099-0D35-0222-0F6F55F80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08284-88AA-D679-99C4-BFD10630A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BCD3D-07EE-4BDC-A310-CA0F9373AE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735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BAE0C6-A459-3092-4CD1-BC0409A58DEA}"/>
              </a:ext>
            </a:extLst>
          </p:cNvPr>
          <p:cNvSpPr/>
          <p:nvPr/>
        </p:nvSpPr>
        <p:spPr>
          <a:xfrm>
            <a:off x="-164123" y="-234462"/>
            <a:ext cx="12356123" cy="70924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123F3672-C96A-DDE1-8006-BAC0317CD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243" y="-234462"/>
            <a:ext cx="4728308" cy="7092462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F29E34B-47B8-464C-09E6-D0FE4EA46308}"/>
              </a:ext>
            </a:extLst>
          </p:cNvPr>
          <p:cNvSpPr txBox="1"/>
          <p:nvPr/>
        </p:nvSpPr>
        <p:spPr>
          <a:xfrm>
            <a:off x="23449" y="996697"/>
            <a:ext cx="7080736" cy="146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98AC7"/>
                </a:solidFill>
                <a:effectLst/>
                <a:uLnTx/>
                <a:uFillTx/>
                <a:latin typeface="Lora" pitchFamily="34" charset="0"/>
                <a:ea typeface="Lora" pitchFamily="34" charset="-122"/>
                <a:cs typeface="Lora" pitchFamily="34" charset="-120"/>
              </a:rPr>
              <a:t>Customer Segmentation &amp; Sales Performance Analysis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331090-24F8-5DFF-03B7-97E9FDD443BF}"/>
              </a:ext>
            </a:extLst>
          </p:cNvPr>
          <p:cNvSpPr txBox="1"/>
          <p:nvPr/>
        </p:nvSpPr>
        <p:spPr>
          <a:xfrm>
            <a:off x="23449" y="2604287"/>
            <a:ext cx="6213230" cy="824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Analyzing 3,900+ transactions to identify key revenue drivers and customer segments</a:t>
            </a:r>
            <a:endParaRPr lang="en-US" sz="1800" dirty="0"/>
          </a:p>
        </p:txBody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C3B0E3D7-B68B-937A-4E97-C9EA625F2B4A}"/>
              </a:ext>
            </a:extLst>
          </p:cNvPr>
          <p:cNvSpPr/>
          <p:nvPr/>
        </p:nvSpPr>
        <p:spPr>
          <a:xfrm>
            <a:off x="308521" y="5416902"/>
            <a:ext cx="3161510" cy="888802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F98AC7"/>
            </a:solidFill>
            <a:prstDash val="solid"/>
          </a:ln>
        </p:spPr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77963231-CD36-D8E1-5859-216F8EBA5FC3}"/>
              </a:ext>
            </a:extLst>
          </p:cNvPr>
          <p:cNvSpPr/>
          <p:nvPr/>
        </p:nvSpPr>
        <p:spPr>
          <a:xfrm>
            <a:off x="459730" y="5514522"/>
            <a:ext cx="2519124" cy="75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98AC7"/>
                </a:solidFill>
                <a:latin typeface="Source Sans 3" pitchFamily="34" charset="0"/>
              </a:rPr>
              <a:t>TRUPTI BABURAO CHOUGALE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98AC7"/>
                </a:solidFill>
                <a:latin typeface="Source Sans 3" pitchFamily="34" charset="0"/>
              </a:rPr>
              <a:t>SAHIL NARAYAN DALAVI</a:t>
            </a:r>
            <a:endParaRPr lang="en-US" sz="1500" dirty="0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5ECFDF78-B7D2-4C96-6ED1-B67EC069EC71}"/>
              </a:ext>
            </a:extLst>
          </p:cNvPr>
          <p:cNvSpPr/>
          <p:nvPr/>
        </p:nvSpPr>
        <p:spPr>
          <a:xfrm>
            <a:off x="3942675" y="5790964"/>
            <a:ext cx="3161510" cy="474187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F98AC7"/>
            </a:solidFill>
            <a:prstDash val="solid"/>
          </a:ln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BA4BF1-D4CF-586E-90FA-5B23D8D2F0E2}"/>
              </a:ext>
            </a:extLst>
          </p:cNvPr>
          <p:cNvSpPr txBox="1"/>
          <p:nvPr/>
        </p:nvSpPr>
        <p:spPr>
          <a:xfrm>
            <a:off x="3942675" y="5814411"/>
            <a:ext cx="3161510" cy="382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 · PYTHON · POWER BI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03562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EAE1F-1939-552D-100F-0AA878980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7E6B626-B348-D16A-AAE5-D2A423EAB4F2}"/>
              </a:ext>
            </a:extLst>
          </p:cNvPr>
          <p:cNvSpPr/>
          <p:nvPr/>
        </p:nvSpPr>
        <p:spPr>
          <a:xfrm>
            <a:off x="-164123" y="-234462"/>
            <a:ext cx="12356123" cy="70924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E9AB111-22B5-1E39-28AB-6587851B5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123" y="-234463"/>
            <a:ext cx="11699631" cy="694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3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18CD7-A33D-C8EF-E9B1-B8F89256D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D4F37B6-3C7D-61F8-F759-96989184F2D6}"/>
              </a:ext>
            </a:extLst>
          </p:cNvPr>
          <p:cNvSpPr/>
          <p:nvPr/>
        </p:nvSpPr>
        <p:spPr>
          <a:xfrm>
            <a:off x="-164123" y="-234462"/>
            <a:ext cx="12356123" cy="70924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BCC32D0-93BC-8984-4B1D-06DFE88CA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99" y="-234462"/>
            <a:ext cx="11846560" cy="709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89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4A802-0BC3-65A2-A7B8-EA7CCA54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89618E4-9F73-A15C-6713-942524B4F228}"/>
              </a:ext>
            </a:extLst>
          </p:cNvPr>
          <p:cNvSpPr/>
          <p:nvPr/>
        </p:nvSpPr>
        <p:spPr>
          <a:xfrm>
            <a:off x="-164123" y="-234462"/>
            <a:ext cx="12356123" cy="70924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9AD6C80-1558-8F88-AD98-CBDE172F8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6709"/>
            <a:ext cx="12192000" cy="508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60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EAF20-8184-29F3-7D66-C534B5418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BEFE98D-29D9-38CB-1089-693BF26F2959}"/>
              </a:ext>
            </a:extLst>
          </p:cNvPr>
          <p:cNvSpPr/>
          <p:nvPr/>
        </p:nvSpPr>
        <p:spPr>
          <a:xfrm>
            <a:off x="-164123" y="-234462"/>
            <a:ext cx="12356123" cy="70924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33ED77D-95BC-AE51-0482-A38689FEC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7328"/>
            <a:ext cx="12192000" cy="620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58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45AC-863E-E357-FA8A-CB521E9C3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7688693-0A62-FC1B-F541-CBDC974A3A3F}"/>
              </a:ext>
            </a:extLst>
          </p:cNvPr>
          <p:cNvSpPr/>
          <p:nvPr/>
        </p:nvSpPr>
        <p:spPr>
          <a:xfrm>
            <a:off x="-164123" y="-234462"/>
            <a:ext cx="12356123" cy="70924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FBA313-8EE6-83BD-037A-F90D44DA8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338" y="538814"/>
            <a:ext cx="12192000" cy="573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63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BE12C-2E43-1FEA-9642-8123B1694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2E5092-BDD8-C508-5CC6-271C03F4865A}"/>
              </a:ext>
            </a:extLst>
          </p:cNvPr>
          <p:cNvSpPr/>
          <p:nvPr/>
        </p:nvSpPr>
        <p:spPr>
          <a:xfrm>
            <a:off x="-164123" y="-234462"/>
            <a:ext cx="12356123" cy="70924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CB119A-66AA-080E-D43F-1430D38AC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892" y="1081159"/>
            <a:ext cx="12192000" cy="469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68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43E36-0463-75AE-4532-9AEC79CF4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62B1F9-3987-EF62-89C9-C5380A9062C0}"/>
              </a:ext>
            </a:extLst>
          </p:cNvPr>
          <p:cNvSpPr/>
          <p:nvPr/>
        </p:nvSpPr>
        <p:spPr>
          <a:xfrm>
            <a:off x="-164123" y="-234462"/>
            <a:ext cx="12356123" cy="70924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E0D063A-DB8F-7ADA-06E3-7BB7FE990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336" y="1093217"/>
            <a:ext cx="12192000" cy="419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73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A0B2E-99BB-E352-E3B5-2C4513C8B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C2559B8-BD93-CA45-FAA7-76B2F43C4235}"/>
              </a:ext>
            </a:extLst>
          </p:cNvPr>
          <p:cNvSpPr/>
          <p:nvPr/>
        </p:nvSpPr>
        <p:spPr>
          <a:xfrm>
            <a:off x="-164123" y="-234462"/>
            <a:ext cx="12356123" cy="70924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24270D5-1FB5-60E1-1321-E9C20689E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1015" y="-234462"/>
            <a:ext cx="12088708" cy="709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435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03BD5-3171-78B8-9EC1-E64F25A1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B706B0F-1069-641C-E2C2-0D8F50A97316}"/>
              </a:ext>
            </a:extLst>
          </p:cNvPr>
          <p:cNvSpPr/>
          <p:nvPr/>
        </p:nvSpPr>
        <p:spPr>
          <a:xfrm>
            <a:off x="-164123" y="-234462"/>
            <a:ext cx="12356123" cy="70924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509233-D818-B825-D098-64060708D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4123" y="-234463"/>
            <a:ext cx="12356122" cy="709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503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30</Words>
  <Application>Microsoft Office PowerPoint</Application>
  <PresentationFormat>Widescreen</PresentationFormat>
  <Paragraphs>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Lora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sahildalavi795@gmail.com</dc:creator>
  <cp:lastModifiedBy>sahildalavi795@gmail.com</cp:lastModifiedBy>
  <cp:revision>5</cp:revision>
  <dcterms:created xsi:type="dcterms:W3CDTF">2026-05-03T08:15:30Z</dcterms:created>
  <dcterms:modified xsi:type="dcterms:W3CDTF">2026-05-04T02:50:38Z</dcterms:modified>
</cp:coreProperties>
</file>